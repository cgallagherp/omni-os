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OptiBook 100-day integration plan (fictional)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Completion 1 July 2024</a:t>
            </a:r>
          </a:p>
          <a:p>
            <a:r>
              <a:t>Full integration onto the Clinara platform</a:t>
            </a:r>
          </a:p>
          <a:p>
            <a:r>
              <a:t>Integration leader: Head of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workstream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1: customer announcement email (Owner: CCO)</a:t>
            </a:r>
          </a:p>
          <a:p>
            <a:r>
              <a:t>First 30 days: customer data cleansing (Owner: Head of RevOps)</a:t>
            </a:r>
          </a:p>
          <a:p>
            <a:r>
              <a:t>Day 60: migrate customer records into the Clinara CRM (Owner: Head of RevOps). Critical path</a:t>
            </a:r>
          </a:p>
          <a:p>
            <a:r>
              <a:t>First 100 days: launch cross-selling to acquired customers (Owner: CCO). Depends on: CRM migration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workstream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Pre-completion: systems inventory (Owner: CTO)</a:t>
            </a:r>
          </a:p>
          <a:p>
            <a:r>
              <a:t>First 30 days: single sign-on onto Clinara identity (Owner: CTO)</a:t>
            </a:r>
          </a:p>
          <a:p>
            <a:r>
              <a:t>First 100 days: product migration plan agreed (Owner: CPTO)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workstream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1: bank accounts and payment authorities (Owner: CFO)</a:t>
            </a:r>
          </a:p>
          <a:p>
            <a:r>
              <a:t>First 100 days: migrate billing onto Clinara Pay (Owner: CFO). Depends on: CRM migration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Status at day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CRM migration completed on day 94, 34 days late: data quality issues were found only after completion</a:t>
            </a:r>
          </a:p>
          <a:p>
            <a:r>
              <a:t>Cross-selling launched on day 120, missing the 100-day milestone</a:t>
            </a:r>
          </a:p>
          <a:p>
            <a:r>
              <a:t>Billing migration slipped to day 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